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Legal Portal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184634"/>
            <a:ext cx="6400800" cy="2454166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A Unified Intelligence Gateway for Legal Automation</a:t>
            </a:r>
          </a:p>
          <a:p>
            <a:r>
              <a:rPr dirty="0"/>
              <a:t>Codebase Overview &amp; System Architecture</a:t>
            </a:r>
            <a:endParaRPr lang="en-IN" dirty="0"/>
          </a:p>
          <a:p>
            <a:r>
              <a:rPr lang="en-IN" dirty="0"/>
              <a:t>Tanmay(2210993849)</a:t>
            </a:r>
          </a:p>
          <a:p>
            <a:r>
              <a:rPr lang="en-IN" dirty="0"/>
              <a:t>Aniket(2210993764)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The AI Legal Portal is a comprehensive suite of tools designed to streamline legal operations.</a:t>
            </a:r>
          </a:p>
          <a:p>
            <a:r>
              <a:t>Unified entry point (Gateway) for multiple specialized applications.</a:t>
            </a:r>
          </a:p>
          <a:p>
            <a:r>
              <a:t>Focus on automation: notice generation, data mapping, and document tracking.</a:t>
            </a:r>
          </a:p>
          <a:p>
            <a:r>
              <a:t>Modern tech stack ensuring scalability and rapid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Monorepo Structure: Consolidates frontend and backend components.</a:t>
            </a:r>
          </a:p>
          <a:p>
            <a:r>
              <a:t>Unified Gateway (index.html): Routes users to specific sub-apps.</a:t>
            </a:r>
          </a:p>
          <a:p>
            <a:r>
              <a:t>Routing Engine (vercel.json): Manages paths for Dashboard, Mapping, Barcode, and Cover Letter tools.</a:t>
            </a:r>
          </a:p>
          <a:p>
            <a:r>
              <a:t>Backend (FastAPI): High-performance Python API for core logic.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Central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Role: Command center for legal activities.</a:t>
            </a:r>
          </a:p>
          <a:p>
            <a:r>
              <a:t>Features: Real-time monitoring, advocate management, and status tracking.</a:t>
            </a:r>
          </a:p>
          <a:p>
            <a:r>
              <a:t>Built with React &amp; Vite for a responsive user experience.</a:t>
            </a:r>
          </a:p>
          <a:p>
            <a:r>
              <a:t>Integrated with the unified backend for data consistency.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Legal Mapping &amp;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Core Feature: Intelligent field detection for CSV/Excel uploads.</a:t>
            </a:r>
          </a:p>
          <a:p>
            <a:r>
              <a:t>Uses Machine Learning (Python/Jupyter) for semantic mapping.</a:t>
            </a:r>
          </a:p>
          <a:p>
            <a:r>
              <a:t>Automates the extraction of key legal entities from raw data.</a:t>
            </a:r>
          </a:p>
          <a:p>
            <a:r>
              <a:t>Reduces manual data entry errors and processing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Barcode &amp; Cover Letter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Barcode Generator: Generates unique tracking IDs for physical documents.</a:t>
            </a:r>
          </a:p>
          <a:p>
            <a:r>
              <a:t>Cover Letter App: Bulk generation of merged PDFs for legal notices.</a:t>
            </a:r>
          </a:p>
          <a:p>
            <a:r>
              <a:t>Streamlines the transition from digital data to physical mailings.</a:t>
            </a:r>
          </a:p>
          <a:p>
            <a:r>
              <a:t>Supports high-volume document processing workflows.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Frontend: HTML5, CSS3 (Modern UI), React, Vite.</a:t>
            </a:r>
          </a:p>
          <a:p>
            <a:r>
              <a:t>Backend: Python, FastAPI.</a:t>
            </a:r>
          </a:p>
          <a:p>
            <a:r>
              <a:t>Intelligence: Machine Learning (Semantic Mapping).</a:t>
            </a:r>
          </a:p>
          <a:p>
            <a:r>
              <a:t>Cloud: Vercel for serverless hosting and routing.</a:t>
            </a:r>
          </a:p>
          <a:p>
            <a:r>
              <a:t>Version Control: Git-based development workflow.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Enhanced ML models for broader legal document classification.</a:t>
            </a:r>
          </a:p>
          <a:p>
            <a:r>
              <a:t>Mobile-responsive dashboard improvements.</a:t>
            </a:r>
          </a:p>
          <a:p>
            <a:r>
              <a:t>Native integration with court digital filing systems.</a:t>
            </a:r>
          </a:p>
          <a:p>
            <a:r>
              <a:t>Expanded bulk automation for complex legal filings.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 </a:t>
            </a:r>
          </a:p>
          <a:p>
            <a:r>
              <a:t>AI Legal Portal: Streamlining the Future of Law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357</Words>
  <Application>Microsoft Office PowerPoint</Application>
  <PresentationFormat>On-screen Show (4:3)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AI Legal Portal</vt:lpstr>
      <vt:lpstr>Executive Summary</vt:lpstr>
      <vt:lpstr>System Architecture</vt:lpstr>
      <vt:lpstr>Central Dashboard</vt:lpstr>
      <vt:lpstr>Legal Mapping &amp; ML</vt:lpstr>
      <vt:lpstr>Barcode &amp; Cover Letter App</vt:lpstr>
      <vt:lpstr>Tech Stack &amp; Deployment</vt:lpstr>
      <vt:lpstr>Future Roadmap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Legal Portal</dc:title>
  <dc:subject/>
  <dc:creator/>
  <cp:keywords/>
  <dc:description>generated using python-pptx</dc:description>
  <cp:lastModifiedBy>Tanmay Arya</cp:lastModifiedBy>
  <cp:revision>2</cp:revision>
  <dcterms:created xsi:type="dcterms:W3CDTF">2013-01-27T09:14:16Z</dcterms:created>
  <dcterms:modified xsi:type="dcterms:W3CDTF">2026-03-14T11:21:28Z</dcterms:modified>
  <cp:category/>
</cp:coreProperties>
</file>